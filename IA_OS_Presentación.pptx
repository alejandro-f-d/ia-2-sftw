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9" r:id="rId6"/>
    <p:sldId id="258" r:id="rId7"/>
    <p:sldId id="265" r:id="rId8"/>
    <p:sldId id="259" r:id="rId9"/>
    <p:sldId id="266" r:id="rId10"/>
    <p:sldId id="261" r:id="rId11"/>
    <p:sldId id="267" r:id="rId12"/>
    <p:sldId id="262" r:id="rId13"/>
    <p:sldId id="268" r:id="rId14"/>
    <p:sldId id="260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03162-D61C-B018-F0BF-57709ECBD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3B94EA-4039-F7F0-1C03-53925E4F2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D227A7-3C26-F4C6-5906-391C8A16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673630-92F4-6127-55B0-C74ADB2D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342D7-0856-6D21-CE7B-ADEB8576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076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E3D84-0DF4-4817-4A41-A6454B38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7FC222-77CE-40D9-F00D-CE3C884BA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F2656F-8289-494C-1FC9-13EC305FD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C642F5-2D7C-C016-B7D1-711E0B1F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34C49-FC57-B059-2CC9-D07609F0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822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610C5-4ACD-A361-0E30-03B5BE18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929504-7DF6-97B4-96AD-1BE155E3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987770-F9AC-14CE-DECD-947E0971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CCB8C-94F6-482C-1087-74C1E80C2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B204A8-9D69-781E-CA9D-B569A835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880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A36F7-C8C6-BD90-3788-6CB002AA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94E02E-F381-3AA6-8DF8-690A57EFF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1BDE22-B13F-F263-9DA9-E00DB86F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436C86-9D0B-8551-2F1A-1014AC137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65560E-3CFD-53EB-632C-557DC9E6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66E2B-9021-9CD8-DF1D-0B03EE70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762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7FA0E-3542-5E9C-40C8-46F2402B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C01F16-DC5A-E594-89D1-738B33837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F42ED7-8B4F-5AAB-21CF-2DAEFA0A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2C8918-BFE8-4EB3-174A-C87D1002C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9ED77B-581D-C947-1CB0-B85CE217A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DF35D24-3374-4B53-63F0-996202D36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E175AC-F07E-7E70-FE14-D4A5D866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439165-BC1B-B2A3-437C-94F98980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286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EB870-9A44-611E-ADE9-3635AAA8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4CCDA4-EBB9-701C-715F-9B4077B4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1836C7-A78E-5D4D-40F7-D52022218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2646CD-9D12-8E44-5007-4E4B9362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515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F4E2B1-F482-4310-7E1A-C81CBD16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07CBAD-7492-E936-20C3-B72C6B37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1C6E21-FA3A-5714-DDD1-E92E4759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12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87BA8-0355-2A1A-39DF-E1746B25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66065-F0F8-FD2A-FB20-A004B73C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67179B-482C-77C9-32CE-2F2465772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913DEA-3037-0735-88B1-61115198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15C741-9534-F0C3-5141-1F3D7180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07B538-C028-3DF6-6DB1-EC7018C7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10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E7B46-CE86-2E62-9202-3F2D5C56C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B86224-A5D0-F544-0562-A35D1710F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205203-1FC7-D2AB-62B7-9FDAA57E5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1443F1-6899-05E9-B4A5-3C95A04D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9B34A1-AAEA-E116-B2F0-3CC6702E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095834-1063-DE6F-FB86-D4404B53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527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BF7C4-DFBB-327F-A3F7-9E19FF1E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09A9C4-9299-EEFB-69D7-60FCEF485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075BF2-B7AD-BCAE-6D03-2A54A305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8127A8-CF80-3198-90B0-68670046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12CAD3-34DA-3C9D-2F1E-18410841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90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633CDC-6DF8-E8DA-7545-F32ED6A69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D422FA-B86F-7A11-6913-42F47002E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18B64-BC44-E007-1962-B265BCAC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8BD960-426A-2C3D-509C-C06CFF53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CA6D6A-6270-1F43-5D1C-C6946171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490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EC6EBB-ADDB-4217-5365-02B79BA5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CB83BE-BF63-6786-529E-BFE15B816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EF77E-30DA-1324-A53D-3F4BE2D33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088B1-A9C1-4888-B0F8-4A869DFF7178}" type="datetimeFigureOut">
              <a:rPr lang="es-ES" smtClean="0"/>
              <a:t>24/05/2026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46067-4A21-084C-1286-D7BE1EAD5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39A793-ECA5-4476-DC4D-BAB46B78F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BBD80-20D1-4993-975D-B104658D344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74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C55053-88C6-798E-0A23-FBF87141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35" t="9091" r="22629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115495-46F1-6E7A-A9EB-7F1ADF48E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  <a:t>Inteligencia Artificial y Ciencia Abierta en Ingeniería de Software </a:t>
            </a:r>
          </a:p>
        </p:txBody>
      </p:sp>
      <p:sp>
        <p:nvSpPr>
          <p:cNvPr id="38" name="Rectangle 3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655172-7F4F-F9AE-9045-9FB643BC0D57}"/>
              </a:ext>
            </a:extLst>
          </p:cNvPr>
          <p:cNvSpPr txBox="1"/>
          <p:nvPr/>
        </p:nvSpPr>
        <p:spPr>
          <a:xfrm>
            <a:off x="7848600" y="4676873"/>
            <a:ext cx="152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Grupo n.º 3</a:t>
            </a:r>
          </a:p>
        </p:txBody>
      </p:sp>
    </p:spTree>
    <p:extLst>
      <p:ext uri="{BB962C8B-B14F-4D97-AF65-F5344CB8AC3E}">
        <p14:creationId xmlns:p14="http://schemas.microsoft.com/office/powerpoint/2010/main" val="2507936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10F080-3B74-BC8B-095A-4947EA20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n-US" sz="4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resolver</a:t>
            </a:r>
          </a:p>
        </p:txBody>
      </p:sp>
      <p:pic>
        <p:nvPicPr>
          <p:cNvPr id="20" name="Graphic 5" descr="Magnifying glass">
            <a:extLst>
              <a:ext uri="{FF2B5EF4-FFF2-40B4-BE49-F238E27FC236}">
                <a16:creationId xmlns:a16="http://schemas.microsoft.com/office/drawing/2014/main" id="{61524DF6-3E0F-4219-B24E-4EE87193F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1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9001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286088-C0EB-A5A4-4813-6B7BC454C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</a:rPr>
              <a:t>Problema a resolver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9BF6EE-1460-D82A-2196-AA4F55DE5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9972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7D0A7-AFA2-4BEA-DBB9-4981AA667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E6F28B0-BE9A-32D8-0CE8-0249FB3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8559D-68A2-C798-2276-FB0F381D6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232195-F6F0-C797-AAC8-7FA632DB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 de </a:t>
            </a:r>
            <a:r>
              <a:rPr lang="en-US" sz="4000" kern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4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4000" kern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procesamiento</a:t>
            </a:r>
            <a:endParaRPr lang="en-US" sz="40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931EC464-9294-5950-818C-3F2DE04B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9C208440-90E0-D7AA-F3B0-864F341F1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ED8DFAB6-4D95-699C-9491-DE1E77B38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933AB2B9-18F8-2CDB-F31B-9D489F492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áfico 3" descr="Base de datos con relleno sólido">
            <a:extLst>
              <a:ext uri="{FF2B5EF4-FFF2-40B4-BE49-F238E27FC236}">
                <a16:creationId xmlns:a16="http://schemas.microsoft.com/office/drawing/2014/main" id="{B5A5286E-FA77-1E6F-EA6A-DD55BD004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365" y="2344300"/>
            <a:ext cx="3392555" cy="339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5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2E423-5D9E-82B1-DDAB-25B8B3A0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EE8FCA-F81A-BCAF-961F-50892765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82D6EE-839D-4D05-8478-44C610D2D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8D9474-7185-9E64-F1E9-658DC4CE1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B28B8C-659D-DCB6-1B64-32E4BA811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92C7E6-F442-C24D-646B-0455AA07D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31A358-C9D4-61B3-B6E5-A3265F82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endParaRPr lang="es-ES" sz="4000" dirty="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6265C-7C8F-1CA8-5930-B5803A375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321515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D871-6002-70A4-0805-22277623A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Fuentes de datos y procesamiento</a:t>
            </a:r>
          </a:p>
        </p:txBody>
      </p:sp>
    </p:spTree>
    <p:extLst>
      <p:ext uri="{BB962C8B-B14F-4D97-AF65-F5344CB8AC3E}">
        <p14:creationId xmlns:p14="http://schemas.microsoft.com/office/powerpoint/2010/main" val="69873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8DDBD-2728-9440-AA58-4BF6DABA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8641-6C63-D7D6-8045-ED87A3D63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BF9451-39AF-1536-0A85-82FAAA424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A197AB-E379-B563-2398-4C58E45B5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Ontología</a:t>
            </a:r>
            <a:endParaRPr lang="en-US" sz="40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2AE0D5CE-FCE3-8C98-1F83-E5C00614A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BC9CB040-8D23-ACC9-E9AB-774A58AB0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C15342D6-8B3C-BE8A-20AE-2F3409072A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12A0B0AF-DB8D-67DD-BDA6-0044DA5CD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áfico 6" descr="Diagrama de flujo con relleno sólido">
            <a:extLst>
              <a:ext uri="{FF2B5EF4-FFF2-40B4-BE49-F238E27FC236}">
                <a16:creationId xmlns:a16="http://schemas.microsoft.com/office/drawing/2014/main" id="{47EDF93F-7A0A-7F60-C287-E5174E682E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342" y="2394029"/>
            <a:ext cx="3429901" cy="342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8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55240-8880-A733-F6EE-98E6F98E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Ontología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7DB57-44F7-6FFD-2DC6-7A37971C0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055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6847B-DD6B-108B-FDB4-92785993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DC6FA8-770D-051B-3DE3-700B1A642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B2C22-7BDA-AA7F-CAC9-BE7BFFCDC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9ADD7B-721F-6DF1-BA4E-E02B7CAC6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Fuentes </a:t>
            </a:r>
            <a:r>
              <a:rPr lang="en-US" sz="4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externas</a:t>
            </a:r>
            <a:endParaRPr lang="en-US" sz="40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6ADA5578-8D4A-2EAE-45A3-AB58947C9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9B440DD0-DD13-1B2C-FDE7-54CFD364F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9314E9B4-D926-C4B7-4187-445493F56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A9131489-415E-4206-73CA-9D24E4824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áfico 3" descr="Búsqueda de carpetas con relleno sólido">
            <a:extLst>
              <a:ext uri="{FF2B5EF4-FFF2-40B4-BE49-F238E27FC236}">
                <a16:creationId xmlns:a16="http://schemas.microsoft.com/office/drawing/2014/main" id="{7DC0768C-6033-3348-ACFD-C4D1AF45A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587" y="2399532"/>
            <a:ext cx="3553619" cy="35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93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499DD-461E-ADD7-E427-25F53595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Fuentes externas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F6EBB-F912-7741-93B1-E5474FFDE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986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E82A0-E8FE-14DC-6179-1CB7D555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5D5462-4BA3-359D-4EF8-8A3157BF4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E17AA2-CD25-961E-9830-97788119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C47D6D-13BD-F68F-9879-4958EFD2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Ciencia </a:t>
            </a:r>
            <a:r>
              <a:rPr lang="en-US" sz="4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abierta</a:t>
            </a:r>
            <a:endParaRPr lang="en-US" sz="400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EADA765D-95D9-5124-A3F7-2EB2ACAD2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51B4B796-969E-A7E6-E96D-048E4922D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39B14E42-18A3-C1CC-D82C-18C7AA707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552ACD0C-4830-8326-DBC9-772C032CA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Gráfico 4" descr="Red con relleno sólido">
            <a:extLst>
              <a:ext uri="{FF2B5EF4-FFF2-40B4-BE49-F238E27FC236}">
                <a16:creationId xmlns:a16="http://schemas.microsoft.com/office/drawing/2014/main" id="{EE81ED36-CAC0-AB90-BBDF-886947B56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741" y="2203152"/>
            <a:ext cx="3669522" cy="36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6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ED3FC-D24F-9926-9A2D-6DC4162D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Ciencia abierta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C65EE-3EF2-F17A-1936-87B0ABD9A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033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A24B2-3A31-F218-B479-B6708F81F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FFBEBD6-92D7-FBFA-1211-3BB3AA0CB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E8EBF-9490-789A-A10E-02ECB5A3E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73770C-4BE7-7DE9-22E3-C168DA42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26845AFB-22BC-9248-D348-D98F65ABB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" name="Freeform: Shape 13">
              <a:extLst>
                <a:ext uri="{FF2B5EF4-FFF2-40B4-BE49-F238E27FC236}">
                  <a16:creationId xmlns:a16="http://schemas.microsoft.com/office/drawing/2014/main" id="{B3B55FC0-8AAE-E87A-5A33-F18EEB440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14">
              <a:extLst>
                <a:ext uri="{FF2B5EF4-FFF2-40B4-BE49-F238E27FC236}">
                  <a16:creationId xmlns:a16="http://schemas.microsoft.com/office/drawing/2014/main" id="{1EF71D90-ED3B-51DA-4420-77CC87270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2EDD2A31-5E82-9DE4-049B-0EE4F3D31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áfico 3" descr="Maestro con relleno sólido">
            <a:extLst>
              <a:ext uri="{FF2B5EF4-FFF2-40B4-BE49-F238E27FC236}">
                <a16:creationId xmlns:a16="http://schemas.microsoft.com/office/drawing/2014/main" id="{CF616802-20AE-1D9C-6B0D-E948D41A4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4060" y="2518475"/>
            <a:ext cx="3766087" cy="376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9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95BB3-D964-2A29-50C3-611CE858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491655-59C4-DCB4-0524-FDB1C849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692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Panorámica</PresentationFormat>
  <Paragraphs>14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de Office</vt:lpstr>
      <vt:lpstr>Inteligencia Artificial y Ciencia Abierta en Ingeniería de Software </vt:lpstr>
      <vt:lpstr>Problema a resolver</vt:lpstr>
      <vt:lpstr>Problema a resolver</vt:lpstr>
      <vt:lpstr>Fuente de datos y procesamiento</vt:lpstr>
      <vt:lpstr>Presentación de PowerPoint</vt:lpstr>
      <vt:lpstr>Fuentes de datos y procesamiento</vt:lpstr>
      <vt:lpstr>Ontología</vt:lpstr>
      <vt:lpstr>Ontología</vt:lpstr>
      <vt:lpstr>Fuentes externas</vt:lpstr>
      <vt:lpstr>Fuentes externas</vt:lpstr>
      <vt:lpstr>Ciencia abierta</vt:lpstr>
      <vt:lpstr>Ciencia abierta</vt:lpstr>
      <vt:lpstr>Demo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Janele Ángeles Sandonas Feliz</dc:creator>
  <cp:lastModifiedBy>Janele Ángeles Sandonas Feliz</cp:lastModifiedBy>
  <cp:revision>1</cp:revision>
  <dcterms:created xsi:type="dcterms:W3CDTF">2026-05-24T21:41:24Z</dcterms:created>
  <dcterms:modified xsi:type="dcterms:W3CDTF">2026-05-24T22:03:21Z</dcterms:modified>
</cp:coreProperties>
</file>